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9" r:id="rId9"/>
    <p:sldId id="262" r:id="rId10"/>
    <p:sldId id="263" r:id="rId11"/>
    <p:sldId id="264" r:id="rId12"/>
    <p:sldId id="266" r:id="rId13"/>
    <p:sldId id="270" r:id="rId14"/>
    <p:sldId id="271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20" autoAdjust="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9F7E2-773A-49BD-9D0E-ADB9024B1715}" type="datetimeFigureOut">
              <a:rPr lang="zh-TW" altLang="en-US" smtClean="0"/>
              <a:t>2025/10/21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73FB7-7636-4512-BD12-FC5C6FB4F7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30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0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6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22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3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9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8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8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1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2909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85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1474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53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2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32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4285" y="2743200"/>
            <a:ext cx="7878632" cy="769441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rPr lang="en-US" altLang="zh-TW" dirty="0" err="1" smtClean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Uber</a:t>
            </a:r>
            <a:r>
              <a:rPr lang="en-US" altLang="zh-TW" dirty="0" smtClean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TW" dirty="0" err="1" smtClean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</a:t>
            </a:r>
            <a:r>
              <a:rPr dirty="0" err="1" smtClean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外送平台系統操作手冊</a:t>
            </a:r>
            <a:endParaRPr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【登入介面】</a:t>
            </a:r>
          </a:p>
        </p:txBody>
      </p:sp>
      <p:pic>
        <p:nvPicPr>
          <p:cNvPr id="3" name="Picture 2" descr="螢幕擷取畫面 2025-10-20 1944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679652"/>
            <a:ext cx="4343400" cy="3218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656301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rPr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輸入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Gmail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管理員帳號跟</a:t>
            </a: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密碼登入系統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透過</a:t>
            </a:r>
            <a:r>
              <a:rPr lang="en-US" altLang="zh-TW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Gmail/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管理員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帳號判斷並</a:t>
            </a: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切換管理員或會員登入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225" y="665886"/>
            <a:ext cx="3418884" cy="32381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427011"/>
            <a:ext cx="4714895" cy="4806225"/>
          </a:xfrm>
          <a:prstGeom prst="rect">
            <a:avLst/>
          </a:prstGeom>
        </p:spPr>
      </p:pic>
      <p:cxnSp>
        <p:nvCxnSpPr>
          <p:cNvPr id="6" name="直線單箭頭接點 5"/>
          <p:cNvCxnSpPr/>
          <p:nvPr/>
        </p:nvCxnSpPr>
        <p:spPr>
          <a:xfrm>
            <a:off x="1572768" y="1700784"/>
            <a:ext cx="1837944" cy="219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0" y="1335465"/>
            <a:ext cx="1959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/>
              <a:t>輸入</a:t>
            </a:r>
            <a:r>
              <a:rPr lang="en-US" altLang="zh-TW" sz="1600" b="1" dirty="0" smtClean="0"/>
              <a:t>2~20 </a:t>
            </a:r>
            <a:r>
              <a:rPr lang="zh-TW" altLang="en-US" sz="1600" b="1" dirty="0"/>
              <a:t>個中</a:t>
            </a:r>
            <a:r>
              <a:rPr lang="zh-TW" altLang="en-US" sz="1600" b="1" dirty="0" smtClean="0"/>
              <a:t>英文</a:t>
            </a:r>
            <a:endParaRPr lang="en-US" altLang="zh-TW" sz="1600" b="1" dirty="0" smtClean="0"/>
          </a:p>
          <a:p>
            <a:pPr algn="ctr"/>
            <a:r>
              <a:rPr lang="zh-TW" altLang="en-US" sz="1600" b="1" dirty="0" smtClean="0"/>
              <a:t>或</a:t>
            </a:r>
            <a:r>
              <a:rPr lang="zh-TW" altLang="en-US" sz="1600" b="1" dirty="0"/>
              <a:t>數字字符</a:t>
            </a:r>
            <a:endParaRPr lang="zh-TW" altLang="en-US" sz="1600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1572768" y="2358490"/>
            <a:ext cx="18379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-1" y="2162448"/>
            <a:ext cx="1959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 smtClean="0"/>
              <a:t>輸入</a:t>
            </a:r>
            <a:r>
              <a:rPr lang="en-US" altLang="zh-TW" sz="1600" b="1" dirty="0" smtClean="0"/>
              <a:t>Gmail</a:t>
            </a:r>
            <a:endParaRPr lang="zh-TW" altLang="en-US" sz="1600" dirty="0"/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6644460" y="1920240"/>
            <a:ext cx="2435532" cy="795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5"/>
          <p:cNvSpPr/>
          <p:nvPr/>
        </p:nvSpPr>
        <p:spPr>
          <a:xfrm>
            <a:off x="9079992" y="1536192"/>
            <a:ext cx="841248" cy="384048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>
            <a:stCxn id="21" idx="3"/>
          </p:cNvCxnSpPr>
          <p:nvPr/>
        </p:nvCxnSpPr>
        <p:spPr>
          <a:xfrm flipV="1">
            <a:off x="2262157" y="3611880"/>
            <a:ext cx="1148554" cy="134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-1" y="342290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輸入</a:t>
            </a:r>
            <a:r>
              <a:rPr lang="zh-TW" altLang="en-US" b="1" dirty="0" smtClean="0"/>
              <a:t>包含</a:t>
            </a:r>
            <a:r>
              <a:rPr lang="zh-TW" altLang="en-US" b="1" dirty="0"/>
              <a:t>字母與</a:t>
            </a:r>
            <a:r>
              <a:rPr lang="zh-TW" altLang="en-US" b="1" dirty="0" smtClean="0"/>
              <a:t>數字</a:t>
            </a:r>
            <a:endParaRPr lang="en-US" altLang="zh-TW" b="1" dirty="0" smtClean="0"/>
          </a:p>
          <a:p>
            <a:pPr algn="ctr"/>
            <a:r>
              <a:rPr lang="zh-TW" altLang="en-US" b="1" dirty="0" smtClean="0"/>
              <a:t>，</a:t>
            </a:r>
            <a:r>
              <a:rPr lang="zh-TW" altLang="en-US" b="1" dirty="0"/>
              <a:t>長度 </a:t>
            </a:r>
            <a:r>
              <a:rPr lang="en-US" altLang="zh-TW" b="1" dirty="0"/>
              <a:t>6~20</a:t>
            </a:r>
            <a:endParaRPr lang="zh-TW" altLang="en-US" dirty="0"/>
          </a:p>
        </p:txBody>
      </p:sp>
      <p:cxnSp>
        <p:nvCxnSpPr>
          <p:cNvPr id="24" name="直線單箭頭接點 23"/>
          <p:cNvCxnSpPr>
            <a:stCxn id="25" idx="3"/>
          </p:cNvCxnSpPr>
          <p:nvPr/>
        </p:nvCxnSpPr>
        <p:spPr>
          <a:xfrm flipV="1">
            <a:off x="2262158" y="4069232"/>
            <a:ext cx="1148554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0" y="4069232"/>
            <a:ext cx="2262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/>
              <a:t>輸入</a:t>
            </a:r>
            <a:r>
              <a:rPr lang="en-US" altLang="zh-TW" b="1" dirty="0" smtClean="0"/>
              <a:t>6</a:t>
            </a:r>
            <a:r>
              <a:rPr lang="zh-TW" altLang="en-US" b="1" dirty="0" smtClean="0"/>
              <a:t>個字以上的地址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69537" y="4036011"/>
            <a:ext cx="2262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/>
              <a:t>發送驗證碼到</a:t>
            </a:r>
            <a:r>
              <a:rPr lang="en-US" altLang="zh-TW" b="1" dirty="0"/>
              <a:t>Gmail</a:t>
            </a:r>
            <a:endParaRPr lang="zh-TW" altLang="en-US" dirty="0"/>
          </a:p>
          <a:p>
            <a:pPr algn="ctr"/>
            <a:endParaRPr lang="zh-TW" altLang="en-US" dirty="0"/>
          </a:p>
        </p:txBody>
      </p:sp>
      <p:sp>
        <p:nvSpPr>
          <p:cNvPr id="28" name="TextBox 1"/>
          <p:cNvSpPr txBox="1"/>
          <p:nvPr/>
        </p:nvSpPr>
        <p:spPr>
          <a:xfrm>
            <a:off x="-1" y="8703"/>
            <a:ext cx="26468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 smtClean="0"/>
              <a:t>【</a:t>
            </a:r>
            <a:r>
              <a:rPr lang="zh-TW" altLang="en-US" dirty="0"/>
              <a:t>註冊</a:t>
            </a:r>
            <a:r>
              <a:rPr dirty="0" err="1" smtClean="0"/>
              <a:t>介面</a:t>
            </a:r>
            <a:r>
              <a:rPr dirty="0"/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036141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6468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 smtClean="0"/>
              <a:t>【</a:t>
            </a:r>
            <a:r>
              <a:rPr lang="zh-TW" altLang="en-US" dirty="0"/>
              <a:t>商店</a:t>
            </a:r>
            <a:r>
              <a:rPr dirty="0" err="1" smtClean="0"/>
              <a:t>介面</a:t>
            </a:r>
            <a:r>
              <a:rPr dirty="0"/>
              <a:t>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3541354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b="1" dirty="0"/>
              <a:t>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瀏覽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商品並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透過</a:t>
            </a:r>
            <a:r>
              <a:rPr lang="en-US" altLang="zh-TW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+/-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調整數量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點擊加入購物車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7" y="731520"/>
            <a:ext cx="6601969" cy="5159647"/>
          </a:xfrm>
          <a:prstGeom prst="rect">
            <a:avLst/>
          </a:prstGeom>
        </p:spPr>
      </p:pic>
      <p:cxnSp>
        <p:nvCxnSpPr>
          <p:cNvPr id="6" name="直線單箭頭接點 5"/>
          <p:cNvCxnSpPr>
            <a:endCxn id="7" idx="2"/>
          </p:cNvCxnSpPr>
          <p:nvPr/>
        </p:nvCxnSpPr>
        <p:spPr>
          <a:xfrm>
            <a:off x="1664208" y="1664208"/>
            <a:ext cx="2103120" cy="192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橢圓 6"/>
          <p:cNvSpPr/>
          <p:nvPr/>
        </p:nvSpPr>
        <p:spPr>
          <a:xfrm>
            <a:off x="3767328" y="1664208"/>
            <a:ext cx="841248" cy="384048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5365" y="1316736"/>
            <a:ext cx="1662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可篩選</a:t>
            </a:r>
            <a:r>
              <a:rPr lang="en-US" altLang="zh-TW" b="1" dirty="0" smtClean="0"/>
              <a:t>"</a:t>
            </a:r>
            <a:r>
              <a:rPr lang="zh-TW" altLang="en-US" b="1" dirty="0" smtClean="0"/>
              <a:t>藥品</a:t>
            </a:r>
            <a:r>
              <a:rPr lang="en-US" altLang="zh-TW" b="1" dirty="0" smtClean="0"/>
              <a:t>",</a:t>
            </a:r>
            <a:r>
              <a:rPr lang="zh-TW" altLang="en-US" b="1" dirty="0" smtClean="0"/>
              <a:t> </a:t>
            </a:r>
            <a:endParaRPr lang="en-US" altLang="zh-TW" b="1" dirty="0" smtClean="0"/>
          </a:p>
          <a:p>
            <a:r>
              <a:rPr lang="zh-TW" altLang="en-US" b="1" dirty="0" smtClean="0"/>
              <a:t>          </a:t>
            </a:r>
            <a:r>
              <a:rPr lang="en-US" altLang="zh-TW" b="1" dirty="0" smtClean="0"/>
              <a:t>"</a:t>
            </a:r>
            <a:r>
              <a:rPr lang="zh-TW" altLang="en-US" b="1" dirty="0" smtClean="0"/>
              <a:t>工具</a:t>
            </a:r>
            <a:r>
              <a:rPr lang="en-US" altLang="zh-TW" b="1" dirty="0" smtClean="0"/>
              <a:t>",</a:t>
            </a:r>
            <a:r>
              <a:rPr lang="zh-TW" altLang="en-US" b="1" dirty="0" smtClean="0"/>
              <a:t> </a:t>
            </a:r>
            <a:endParaRPr lang="en-US" altLang="zh-TW" b="1" dirty="0" smtClean="0"/>
          </a:p>
          <a:p>
            <a:r>
              <a:rPr lang="zh-TW" altLang="en-US" b="1" dirty="0"/>
              <a:t>          </a:t>
            </a:r>
            <a:r>
              <a:rPr lang="en-US" altLang="zh-TW" b="1" dirty="0" smtClean="0"/>
              <a:t>"</a:t>
            </a:r>
            <a:r>
              <a:rPr lang="zh-TW" altLang="en-US" b="1" dirty="0"/>
              <a:t>食材</a:t>
            </a:r>
            <a:r>
              <a:rPr lang="en-US" altLang="zh-TW" b="1" dirty="0"/>
              <a:t>",</a:t>
            </a:r>
            <a:r>
              <a:rPr lang="zh-TW" altLang="en-US" b="1" dirty="0"/>
              <a:t> </a:t>
            </a:r>
            <a:endParaRPr lang="en-US" altLang="zh-TW" b="1" dirty="0" smtClean="0"/>
          </a:p>
          <a:p>
            <a:r>
              <a:rPr lang="zh-TW" altLang="en-US" b="1" dirty="0" smtClean="0"/>
              <a:t>          </a:t>
            </a:r>
            <a:r>
              <a:rPr lang="en-US" altLang="zh-TW" b="1" dirty="0" smtClean="0"/>
              <a:t>"</a:t>
            </a:r>
            <a:r>
              <a:rPr lang="zh-TW" altLang="en-US" b="1" dirty="0"/>
              <a:t>子彈</a:t>
            </a:r>
            <a:r>
              <a:rPr lang="en-US" altLang="zh-TW" b="1" dirty="0"/>
              <a:t>"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【購物車介面】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9862" y="3328416"/>
            <a:ext cx="219162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rPr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檢視已選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商品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可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點選商品</a:t>
            </a:r>
            <a:r>
              <a:rPr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刪除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000">
                <a:solidFill>
                  <a:srgbClr val="003366"/>
                </a:solidFill>
              </a:defRPr>
            </a:pPr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結帳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485969"/>
            <a:ext cx="7040880" cy="552585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6181344" y="6223473"/>
            <a:ext cx="373050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rPr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可選現金支付或電子錢包支付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318" y="5563021"/>
            <a:ext cx="1006883" cy="471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0572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 smtClean="0"/>
              <a:t>【</a:t>
            </a:r>
            <a:r>
              <a:rPr lang="zh-TW" altLang="en-US" dirty="0" smtClean="0"/>
              <a:t>外送員指派</a:t>
            </a:r>
            <a:r>
              <a:rPr dirty="0" smtClean="0"/>
              <a:t>】</a:t>
            </a:r>
            <a:endParaRPr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519" y="954542"/>
            <a:ext cx="6072142" cy="4725056"/>
          </a:xfrm>
          <a:prstGeom prst="rect">
            <a:avLst/>
          </a:prstGeom>
        </p:spPr>
      </p:pic>
      <p:sp>
        <p:nvSpPr>
          <p:cNvPr id="7" name="TextBox 3"/>
          <p:cNvSpPr txBox="1"/>
          <p:nvPr/>
        </p:nvSpPr>
        <p:spPr>
          <a:xfrm>
            <a:off x="310896" y="2916960"/>
            <a:ext cx="2029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3366"/>
                </a:solidFill>
              </a:defRPr>
            </a:pPr>
            <a:r>
              <a:rPr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選擇外送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員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t="18784" b="20570"/>
          <a:stretch/>
        </p:blipFill>
        <p:spPr>
          <a:xfrm>
            <a:off x="8149492" y="210312"/>
            <a:ext cx="3563972" cy="4864609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5870448" y="6068490"/>
            <a:ext cx="3799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指派完成後會寄送訂單明細道</a:t>
            </a:r>
            <a:r>
              <a:rPr lang="en-US" altLang="zh-TW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Gmail</a:t>
            </a:r>
            <a:endParaRPr lang="zh-TW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【訂單查詢】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4813" y="1414974"/>
            <a:ext cx="32253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查看歷史訂單紀錄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可透過訂單編號</a:t>
            </a:r>
            <a:r>
              <a:rPr lang="en-US" altLang="zh-TW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外送員  </a:t>
            </a:r>
            <a:r>
              <a:rPr lang="en-US" altLang="zh-TW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+Enter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搜尋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查看訂單細項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501" y="886697"/>
            <a:ext cx="6296107" cy="493325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3786512"/>
            <a:ext cx="3415188" cy="2811362"/>
          </a:xfrm>
          <a:prstGeom prst="rect">
            <a:avLst/>
          </a:prstGeom>
        </p:spPr>
      </p:pic>
      <p:cxnSp>
        <p:nvCxnSpPr>
          <p:cNvPr id="8" name="直線單箭頭接點 7"/>
          <p:cNvCxnSpPr/>
          <p:nvPr/>
        </p:nvCxnSpPr>
        <p:spPr>
          <a:xfrm>
            <a:off x="6895619" y="1993392"/>
            <a:ext cx="2376397" cy="1938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668644"/>
            <a:ext cx="1006883" cy="471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6468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 smtClean="0"/>
              <a:t>訂單</a:t>
            </a:r>
            <a:r>
              <a:rPr lang="zh-TW" altLang="en-US" dirty="0" smtClean="0"/>
              <a:t>匯出</a:t>
            </a:r>
            <a:r>
              <a:rPr dirty="0" smtClean="0"/>
              <a:t>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7982" y="1615029"/>
            <a:ext cx="3225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匯出勾選的訂單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021" y="374904"/>
            <a:ext cx="7205589" cy="554838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134" y="4078161"/>
            <a:ext cx="8007691" cy="277983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130" y="2622528"/>
            <a:ext cx="2543530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6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4115" y="67943"/>
            <a:ext cx="26468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 smtClean="0"/>
              <a:t>【</a:t>
            </a:r>
            <a:r>
              <a:rPr lang="zh-TW" altLang="en-US" dirty="0" smtClean="0"/>
              <a:t>個人資料</a:t>
            </a:r>
            <a:r>
              <a:rPr dirty="0" smtClean="0"/>
              <a:t>】</a:t>
            </a:r>
            <a:endParaRPr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425" y="0"/>
            <a:ext cx="7115938" cy="5554295"/>
          </a:xfrm>
          <a:prstGeom prst="rect">
            <a:avLst/>
          </a:prstGeom>
        </p:spPr>
      </p:pic>
      <p:sp>
        <p:nvSpPr>
          <p:cNvPr id="6" name="TextBox 3"/>
          <p:cNvSpPr txBox="1"/>
          <p:nvPr/>
        </p:nvSpPr>
        <p:spPr>
          <a:xfrm>
            <a:off x="152627" y="661190"/>
            <a:ext cx="2247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修改個人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資料</a:t>
            </a:r>
            <a:endParaRPr lang="en-US" altLang="zh-TW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儲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值電子錢包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702824" y="2893783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先輸入正確的舊密碼</a:t>
            </a:r>
            <a:endParaRPr lang="en-US" altLang="zh-TW" b="1" dirty="0" smtClean="0"/>
          </a:p>
          <a:p>
            <a:r>
              <a:rPr lang="zh-TW" altLang="en-US" b="1" dirty="0"/>
              <a:t>再輸入新密碼</a:t>
            </a:r>
          </a:p>
        </p:txBody>
      </p:sp>
      <p:cxnSp>
        <p:nvCxnSpPr>
          <p:cNvPr id="8" name="直線單箭頭接點 7"/>
          <p:cNvCxnSpPr/>
          <p:nvPr/>
        </p:nvCxnSpPr>
        <p:spPr>
          <a:xfrm>
            <a:off x="3221954" y="3297364"/>
            <a:ext cx="2328454" cy="379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3926477" y="3063240"/>
            <a:ext cx="162393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24" y="4452374"/>
            <a:ext cx="2810267" cy="1305107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 rotWithShape="1">
          <a:blip r:embed="rId4"/>
          <a:srcRect r="44790" b="63116"/>
          <a:stretch/>
        </p:blipFill>
        <p:spPr>
          <a:xfrm>
            <a:off x="4825887" y="5757481"/>
            <a:ext cx="2228804" cy="1009079"/>
          </a:xfrm>
          <a:prstGeom prst="rect">
            <a:avLst/>
          </a:prstGeom>
        </p:spPr>
      </p:pic>
      <p:cxnSp>
        <p:nvCxnSpPr>
          <p:cNvPr id="19" name="直線單箭頭接點 18"/>
          <p:cNvCxnSpPr/>
          <p:nvPr/>
        </p:nvCxnSpPr>
        <p:spPr>
          <a:xfrm flipH="1" flipV="1">
            <a:off x="4206240" y="5104927"/>
            <a:ext cx="136267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接點 22"/>
          <p:cNvCxnSpPr>
            <a:endCxn id="18" idx="1"/>
          </p:cNvCxnSpPr>
          <p:nvPr/>
        </p:nvCxnSpPr>
        <p:spPr>
          <a:xfrm>
            <a:off x="3104078" y="5757481"/>
            <a:ext cx="1721809" cy="504540"/>
          </a:xfrm>
          <a:prstGeom prst="bentConnector3">
            <a:avLst>
              <a:gd name="adj1" fmla="val 1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488423" y="1307541"/>
            <a:ext cx="2876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修改</a:t>
            </a:r>
            <a:r>
              <a:rPr lang="en-US" altLang="zh-TW" b="1" dirty="0" smtClean="0"/>
              <a:t>Gmail</a:t>
            </a:r>
            <a:r>
              <a:rPr lang="zh-TW" altLang="en-US" b="1" dirty="0"/>
              <a:t>一</a:t>
            </a:r>
            <a:r>
              <a:rPr lang="zh-TW" altLang="en-US" b="1" dirty="0" smtClean="0"/>
              <a:t>樣會傳驗證碼</a:t>
            </a:r>
            <a:endParaRPr lang="zh-TW" altLang="en-US" b="1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4405227" y="2294189"/>
            <a:ext cx="1314086" cy="116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067" y="1756908"/>
            <a:ext cx="2074794" cy="1072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【管理員登入】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28945"/>
            <a:ext cx="33522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僅限管理員帳號登入後台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646" y="2071498"/>
            <a:ext cx="3629532" cy="2715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【商品管理】</a:t>
            </a:r>
          </a:p>
        </p:txBody>
      </p:sp>
      <p:pic>
        <p:nvPicPr>
          <p:cNvPr id="3" name="Picture 2" descr="螢幕擷取畫面 2025-10-20 201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688" y="292608"/>
            <a:ext cx="8229600" cy="548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0604" y="5669280"/>
            <a:ext cx="360868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新增</a:t>
            </a:r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、修改或刪除商品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可上傳商品圖片與價格設定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【外送員管理】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286" y="2625690"/>
            <a:ext cx="31149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新增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修改</a:t>
            </a:r>
            <a:r>
              <a:rPr lang="en-US" altLang="zh-TW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zh-TW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刪除 </a:t>
            </a:r>
            <a:r>
              <a:rPr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外送員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437" y="599200"/>
            <a:ext cx="7892563" cy="52381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414" y="365760"/>
            <a:ext cx="8085266" cy="53749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84813" y="73372"/>
            <a:ext cx="346761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 smtClean="0"/>
              <a:t>【</a:t>
            </a:r>
            <a:r>
              <a:rPr lang="zh-TW" altLang="en-US" dirty="0" smtClean="0"/>
              <a:t>後台</a:t>
            </a:r>
            <a:r>
              <a:rPr dirty="0" err="1" smtClean="0"/>
              <a:t>訂單查詢</a:t>
            </a:r>
            <a:r>
              <a:rPr dirty="0" smtClean="0"/>
              <a:t>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-84813" y="1414974"/>
            <a:ext cx="32253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查看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所有會員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</a:t>
            </a:r>
            <a:r>
              <a:rPr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訂單紀錄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可透過</a:t>
            </a:r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會員名稱</a:t>
            </a:r>
            <a:r>
              <a:rPr lang="en-US" altLang="zh-TW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外送員名稱</a:t>
            </a:r>
            <a:r>
              <a:rPr lang="en-US" altLang="zh-TW" sz="20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+Enter</a:t>
            </a:r>
            <a:r>
              <a:rPr lang="zh-TW" altLang="en-US" sz="20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搜尋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查看訂單細項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061" y="2783400"/>
            <a:ext cx="2876951" cy="4105848"/>
          </a:xfrm>
          <a:prstGeom prst="rect">
            <a:avLst/>
          </a:prstGeom>
        </p:spPr>
      </p:pic>
      <p:cxnSp>
        <p:nvCxnSpPr>
          <p:cNvPr id="8" name="直線單箭頭接點 7"/>
          <p:cNvCxnSpPr>
            <a:stCxn id="11" idx="2"/>
          </p:cNvCxnSpPr>
          <p:nvPr/>
        </p:nvCxnSpPr>
        <p:spPr>
          <a:xfrm>
            <a:off x="7868934" y="1468732"/>
            <a:ext cx="1417214" cy="1314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890421"/>
            <a:ext cx="1235483" cy="57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72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6468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 smtClean="0"/>
              <a:t>訂單</a:t>
            </a:r>
            <a:r>
              <a:rPr lang="zh-TW" altLang="en-US" dirty="0" smtClean="0"/>
              <a:t>匯出</a:t>
            </a:r>
            <a:r>
              <a:rPr dirty="0" smtClean="0"/>
              <a:t>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63605" y="585849"/>
            <a:ext cx="3225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 sz="2000">
                <a:solidFill>
                  <a:srgbClr val="003366"/>
                </a:solidFill>
              </a:defRPr>
            </a:pPr>
            <a:r>
              <a:rPr lang="zh-TW" alt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匯出勾選的訂單</a:t>
            </a:r>
            <a:endParaRPr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080"/>
          <a:stretch/>
        </p:blipFill>
        <p:spPr>
          <a:xfrm>
            <a:off x="276045" y="1050570"/>
            <a:ext cx="8396302" cy="563958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868" y="2485054"/>
            <a:ext cx="6764697" cy="3340911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0464187" y="634963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匯出</a:t>
            </a:r>
            <a:r>
              <a:rPr lang="en-US" altLang="zh-TW" dirty="0"/>
              <a:t>Excel</a:t>
            </a:r>
            <a:endParaRPr lang="zh-TW" altLang="en-US" dirty="0"/>
          </a:p>
        </p:txBody>
      </p:sp>
      <p:cxnSp>
        <p:nvCxnSpPr>
          <p:cNvPr id="11" name="直線單箭頭接點 10"/>
          <p:cNvCxnSpPr>
            <a:stCxn id="8" idx="1"/>
          </p:cNvCxnSpPr>
          <p:nvPr/>
        </p:nvCxnSpPr>
        <p:spPr>
          <a:xfrm flipH="1" flipV="1">
            <a:off x="9269627" y="5825965"/>
            <a:ext cx="1194560" cy="70833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190327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</TotalTime>
  <Words>247</Words>
  <Application>Microsoft Office PowerPoint</Application>
  <PresentationFormat>自訂</PresentationFormat>
  <Paragraphs>54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微軟正黑體</vt:lpstr>
      <vt:lpstr>新細明體</vt:lpstr>
      <vt:lpstr>Arial</vt:lpstr>
      <vt:lpstr>Calibri</vt:lpstr>
      <vt:lpstr>Trebuchet MS</vt:lpstr>
      <vt:lpstr>Wingdings</vt:lpstr>
      <vt:lpstr>Wingdings 3</vt:lpstr>
      <vt:lpstr>多面向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student</cp:lastModifiedBy>
  <cp:revision>14</cp:revision>
  <dcterms:created xsi:type="dcterms:W3CDTF">2013-01-27T09:14:16Z</dcterms:created>
  <dcterms:modified xsi:type="dcterms:W3CDTF">2025-10-21T01:33:21Z</dcterms:modified>
  <cp:category/>
</cp:coreProperties>
</file>